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8" r:id="rId10"/>
    <p:sldId id="263" r:id="rId11"/>
    <p:sldId id="264" r:id="rId12"/>
    <p:sldId id="265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2035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6C2EB9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743200"/>
            <a:ext cx="3657600" cy="3657600"/>
          </a:xfrm>
          <a:prstGeom prst="ellipse">
            <a:avLst/>
          </a:prstGeom>
          <a:solidFill>
            <a:srgbClr val="E91E8C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40480" y="365760"/>
            <a:ext cx="1463040" cy="1463040"/>
          </a:xfrm>
          <a:prstGeom prst="roundRect">
            <a:avLst/>
          </a:prstGeom>
          <a:solidFill>
            <a:srgbClr val="6C2EB9"/>
          </a:solidFill>
          <a:ln w="12700">
            <a:solidFill>
              <a:srgbClr val="E91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0" y="41148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📱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Instagram &amp; Facebook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91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 Automation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n8n + Ayrshare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0" y="4114800"/>
            <a:ext cx="3657600" cy="548640"/>
          </a:xfrm>
          <a:prstGeom prst="rect">
            <a:avLst/>
          </a:prstGeom>
          <a:solidFill>
            <a:srgbClr val="6C2EB9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4114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Step-by-Step procedure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2EB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 Tools You Need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051560"/>
          </a:xfrm>
          <a:prstGeom prst="rect">
            <a:avLst/>
          </a:prstGeom>
          <a:solidFill>
            <a:srgbClr val="2D2D4E"/>
          </a:solidFill>
          <a:ln w="12700">
            <a:solidFill>
              <a:srgbClr val="6C2EB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43000" y="1097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4173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automation tool — installed through node in command prompt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1051560"/>
          </a:xfrm>
          <a:prstGeom prst="rect">
            <a:avLst/>
          </a:prstGeom>
          <a:solidFill>
            <a:srgbClr val="2D2D4E"/>
          </a:solidFill>
          <a:ln w="12700">
            <a:solidFill>
              <a:srgbClr val="6C2EB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0972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📲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23560" y="1097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Ayrshare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23560" y="14173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API to post on Instagram &amp; Facebook — 20 posts/month free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114800" cy="1051560"/>
          </a:xfrm>
          <a:prstGeom prst="rect">
            <a:avLst/>
          </a:prstGeom>
          <a:solidFill>
            <a:srgbClr val="2D2D4E"/>
          </a:solidFill>
          <a:ln w="12700">
            <a:solidFill>
              <a:srgbClr val="6C2EB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3774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🖼️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43000" y="2377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images 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697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image hosting — gives you a public URL for your photo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4114800" cy="1051560"/>
          </a:xfrm>
          <a:prstGeom prst="rect">
            <a:avLst/>
          </a:prstGeom>
          <a:solidFill>
            <a:srgbClr val="2D2D4E"/>
          </a:solidFill>
          <a:ln w="12700">
            <a:solidFill>
              <a:srgbClr val="6C2EB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23774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📸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623560" y="2377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Account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23560" y="2697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be Professional/Creator account (switch is free)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06040" y="3566160"/>
            <a:ext cx="4114800" cy="1051560"/>
          </a:xfrm>
          <a:prstGeom prst="rect">
            <a:avLst/>
          </a:prstGeom>
          <a:solidFill>
            <a:srgbClr val="2D2D4E"/>
          </a:solidFill>
          <a:ln w="12700">
            <a:solidFill>
              <a:srgbClr val="6C2EB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06040" y="36576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👍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474720" y="3657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Account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39776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via Ayrshare — no Facebook Page needed!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|  Create Ayrshare Account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02920" cy="50292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1005840"/>
            <a:ext cx="7589520" cy="594360"/>
          </a:xfrm>
          <a:prstGeom prst="rect">
            <a:avLst/>
          </a:prstGeom>
          <a:solidFill>
            <a:srgbClr val="2D2D4E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00584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app.ayrshare.com in your browser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801368"/>
            <a:ext cx="502920" cy="50292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801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0120" y="1755648"/>
            <a:ext cx="7589520" cy="594360"/>
          </a:xfrm>
          <a:prstGeom prst="rect">
            <a:avLst/>
          </a:prstGeom>
          <a:solidFill>
            <a:srgbClr val="2D2D4E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755648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'Sign Up Free' button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551176"/>
            <a:ext cx="502920" cy="50292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5511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60120" y="2505456"/>
            <a:ext cx="7589520" cy="594360"/>
          </a:xfrm>
          <a:prstGeom prst="rect">
            <a:avLst/>
          </a:prstGeom>
          <a:solidFill>
            <a:srgbClr val="2D2D4E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505456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your email and create a password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300984"/>
            <a:ext cx="502920" cy="50292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3009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0120" y="3255264"/>
            <a:ext cx="7589520" cy="594360"/>
          </a:xfrm>
          <a:prstGeom prst="rect">
            <a:avLst/>
          </a:prstGeom>
          <a:solidFill>
            <a:srgbClr val="2D2D4E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255264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email and click the verification link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4050792"/>
            <a:ext cx="502920" cy="50292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0120" y="4005072"/>
            <a:ext cx="7589520" cy="594360"/>
          </a:xfrm>
          <a:prstGeom prst="rect">
            <a:avLst/>
          </a:prstGeom>
          <a:solidFill>
            <a:srgbClr val="2D2D4E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005072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now inside the Ayrshare Dashboard ✅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6C2EB9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Free plan gives you 20 posts per month — enough to get started!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|  Connect Instagram &amp; Facebook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840480"/>
          </a:xfrm>
          <a:prstGeom prst="rect">
            <a:avLst/>
          </a:prstGeom>
          <a:solidFill>
            <a:srgbClr val="2D2D4E"/>
          </a:solidFill>
          <a:ln w="12700">
            <a:solidFill>
              <a:srgbClr val="E91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 Instagram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'Social Accounts' in sidebar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'Instagram' icon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'Connect' button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with your Instagram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'Allow' — Done! ✅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914400"/>
            <a:ext cx="3931920" cy="3840480"/>
          </a:xfrm>
          <a:prstGeom prst="rect">
            <a:avLst/>
          </a:prstGeom>
          <a:solidFill>
            <a:srgbClr val="2D2D4E"/>
          </a:solidFill>
          <a:ln w="12700">
            <a:solidFill>
              <a:srgbClr val="1877F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9144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👍  Facebook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1463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'Social Accounts' in sidebar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965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'Facebook' icon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'Connect' button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with your Facebook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3474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'Allow' — Done! ✅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B930C9-6791-B4A8-8129-9AF55E09A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99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 |  Get Your Ayrshare API Key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658368"/>
          </a:xfrm>
          <a:prstGeom prst="rect">
            <a:avLst/>
          </a:prstGeom>
          <a:solidFill>
            <a:srgbClr val="2D2D4E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02920" cy="6583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'API Key' in the left sidebar of Ayrshare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8595360" cy="658368"/>
          </a:xfrm>
          <a:prstGeom prst="rect">
            <a:avLst/>
          </a:prstGeom>
          <a:solidFill>
            <a:srgbClr val="2D2D4E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37360"/>
            <a:ext cx="502920" cy="6583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73736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173736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see a long code like: DDCD3E14-4F82445B-B1B1593D-21CC12D9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251460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29184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06908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406908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0D1117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🔑  Your API Key: DDCD3E14-4F82445B-B1B1593D-21CC12D9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2EB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 |  Get a Public Image URL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needs a public image link. Use these FREE sites: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023360" cy="1371600"/>
          </a:xfrm>
          <a:prstGeom prst="rect">
            <a:avLst/>
          </a:prstGeom>
          <a:solidFill>
            <a:srgbClr val="2D2D4E"/>
          </a:solidFill>
          <a:ln w="12700">
            <a:solidFill>
              <a:srgbClr val="6C2EB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1: postimages.org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postimages.org → Click 'Choose Images' → Upload your photo → Copy 'Direct link'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4023360" cy="1371600"/>
          </a:xfrm>
          <a:prstGeom prst="rect">
            <a:avLst/>
          </a:prstGeom>
          <a:solidFill>
            <a:srgbClr val="2D2D4E"/>
          </a:solidFill>
          <a:ln w="12700">
            <a:solidFill>
              <a:srgbClr val="6C2EB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2: imgur.com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7830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imgur.com → Click 'New Post' → Upload photo → Right-click image → 'Copy Image Address'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880360"/>
            <a:ext cx="859536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6C2E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 Good URL looks like:  https://i.postimg.cc/xxxxx/myimage.jpg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520440"/>
            <a:ext cx="859536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20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1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 Bad URL looks like:  https://www.instagram.com/p/xxxx  (not direct link)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206240"/>
            <a:ext cx="8595360" cy="640080"/>
          </a:xfrm>
          <a:prstGeom prst="rect">
            <a:avLst/>
          </a:prstGeom>
          <a:solidFill>
            <a:srgbClr val="6C2EB9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42062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Image URL must end in .jpg or .png and must be publicly accessible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 |  Build the n8n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286000" cy="1371600"/>
          </a:xfrm>
          <a:prstGeom prst="rect">
            <a:avLst/>
          </a:prstGeom>
          <a:solidFill>
            <a:srgbClr val="27AE6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51760" y="1627632"/>
            <a:ext cx="822960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463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108960" y="1005840"/>
            <a:ext cx="2286000" cy="1371600"/>
          </a:xfrm>
          <a:prstGeom prst="rect">
            <a:avLst/>
          </a:prstGeom>
          <a:solidFill>
            <a:srgbClr val="F5A623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0" y="10058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94960" y="1627632"/>
            <a:ext cx="822960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1463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852160" y="1005840"/>
            <a:ext cx="2286000" cy="1371600"/>
          </a:xfrm>
          <a:prstGeom prst="rect">
            <a:avLst/>
          </a:prstGeom>
          <a:solidFill>
            <a:srgbClr val="6C2EB9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10058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5216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⬇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572000" y="2834640"/>
            <a:ext cx="5029200" cy="548640"/>
          </a:xfrm>
          <a:prstGeom prst="rect">
            <a:avLst/>
          </a:prstGeom>
          <a:solidFill>
            <a:srgbClr val="E91E8C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28346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Instagram + 👍 Facebook — POST LIVE!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3520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build: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" y="388620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n8n → Click '+ New Workflow'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13308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'+' → Search 'Manual Trigger' → Add 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379976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'+' → Search 'Set' → Add it → Fill imageUrl and caption fields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62686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'+' → Search 'HTTP Request' → Add it → Fill URL, Headers, Body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all 3 nodes → Click 'Test Workflow'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28E2CC-AAA2-8135-4935-C05CC1CC6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1600"/>
            <a:ext cx="9144000" cy="524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44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 |  HTTP Request Node Settings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560320" cy="502920"/>
          </a:xfrm>
          <a:prstGeom prst="rect">
            <a:avLst/>
          </a:prstGeom>
          <a:solidFill>
            <a:srgbClr val="6C2EB9"/>
          </a:solidFill>
          <a:ln/>
        </p:spPr>
      </p:sp>
      <p:sp>
        <p:nvSpPr>
          <p:cNvPr id="5" name="Shape 3"/>
          <p:cNvSpPr/>
          <p:nvPr/>
        </p:nvSpPr>
        <p:spPr>
          <a:xfrm>
            <a:off x="2834640" y="914400"/>
            <a:ext cx="603504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6C2E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91440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536192"/>
            <a:ext cx="2560320" cy="502920"/>
          </a:xfrm>
          <a:prstGeom prst="rect">
            <a:avLst/>
          </a:prstGeom>
          <a:solidFill>
            <a:srgbClr val="6C2EB9"/>
          </a:solidFill>
          <a:ln/>
        </p:spPr>
      </p:sp>
      <p:sp>
        <p:nvSpPr>
          <p:cNvPr id="9" name="Shape 7"/>
          <p:cNvSpPr/>
          <p:nvPr/>
        </p:nvSpPr>
        <p:spPr>
          <a:xfrm>
            <a:off x="2834640" y="1536192"/>
            <a:ext cx="603504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6C2E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361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153619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https://app.ayrshare.com/api/post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57984"/>
            <a:ext cx="2560320" cy="502920"/>
          </a:xfrm>
          <a:prstGeom prst="rect">
            <a:avLst/>
          </a:prstGeom>
          <a:solidFill>
            <a:srgbClr val="6C2EB9"/>
          </a:solidFill>
          <a:ln/>
        </p:spPr>
      </p:sp>
      <p:sp>
        <p:nvSpPr>
          <p:cNvPr id="13" name="Shape 11"/>
          <p:cNvSpPr/>
          <p:nvPr/>
        </p:nvSpPr>
        <p:spPr>
          <a:xfrm>
            <a:off x="2834640" y="2157984"/>
            <a:ext cx="603504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6C2E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5798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1 — Name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2157984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779776"/>
            <a:ext cx="2560320" cy="502920"/>
          </a:xfrm>
          <a:prstGeom prst="rect">
            <a:avLst/>
          </a:prstGeom>
          <a:solidFill>
            <a:srgbClr val="6C2EB9"/>
          </a:solidFill>
          <a:ln/>
        </p:spPr>
      </p:sp>
      <p:sp>
        <p:nvSpPr>
          <p:cNvPr id="17" name="Shape 15"/>
          <p:cNvSpPr/>
          <p:nvPr/>
        </p:nvSpPr>
        <p:spPr>
          <a:xfrm>
            <a:off x="2834640" y="2779776"/>
            <a:ext cx="603504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6C2EB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77977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1 — Value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2779776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Bearer DDCD3E14-4F82445B-B1B1593D-21CC12D9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401568"/>
            <a:ext cx="2560320" cy="502920"/>
          </a:xfrm>
          <a:prstGeom prst="rect">
            <a:avLst/>
          </a:prstGeom>
          <a:solidFill>
            <a:srgbClr val="6C2EB9"/>
          </a:solidFill>
          <a:ln/>
        </p:spPr>
      </p:sp>
      <p:sp>
        <p:nvSpPr>
          <p:cNvPr id="21" name="Shape 19"/>
          <p:cNvSpPr/>
          <p:nvPr/>
        </p:nvSpPr>
        <p:spPr>
          <a:xfrm>
            <a:off x="2834640" y="3401568"/>
            <a:ext cx="603504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6C2EB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4015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2 — Name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340156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023360"/>
            <a:ext cx="2560320" cy="502920"/>
          </a:xfrm>
          <a:prstGeom prst="rect">
            <a:avLst/>
          </a:prstGeom>
          <a:solidFill>
            <a:srgbClr val="6C2EB9"/>
          </a:solidFill>
          <a:ln/>
        </p:spPr>
      </p:sp>
      <p:sp>
        <p:nvSpPr>
          <p:cNvPr id="25" name="Shape 23"/>
          <p:cNvSpPr/>
          <p:nvPr/>
        </p:nvSpPr>
        <p:spPr>
          <a:xfrm>
            <a:off x="2834640" y="4023360"/>
            <a:ext cx="603504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6C2EB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023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2 — Value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26080" y="402336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application/json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663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(JSON):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{"post": "{{ $json.caption }}", "platforms": ["instagram","facebook"], "mediaUrls": ["{{ $json.imageUrl }}"]}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Common Errors &amp; How to Fix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896112"/>
          </a:xfrm>
          <a:prstGeom prst="rect">
            <a:avLst/>
          </a:prstGeom>
          <a:solidFill>
            <a:srgbClr val="2D2D4E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103327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Duplicate content error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FIX: Change your caption text — never reuse same text within 2 days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8595360" cy="896112"/>
          </a:xfrm>
          <a:prstGeom prst="rect">
            <a:avLst/>
          </a:prstGeom>
          <a:solidFill>
            <a:srgbClr val="2D2D4E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05740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🖼️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203911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Media URL not accessible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FIX: Use postimages.org or imgur.com for a proper .jpg/.png direct link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8595360" cy="896112"/>
          </a:xfrm>
          <a:prstGeom prst="rect">
            <a:avLst/>
          </a:prstGeom>
          <a:solidFill>
            <a:srgbClr val="2D2D4E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306324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05840" y="30449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Referenced node doesn't exist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38328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FIX: Use $json.caption instead of $('Set').item.json.caption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977640"/>
            <a:ext cx="8595360" cy="896112"/>
          </a:xfrm>
          <a:prstGeom prst="rect">
            <a:avLst/>
          </a:prstGeom>
          <a:solidFill>
            <a:srgbClr val="2D2D4E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406908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05840" y="40507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401 Unauthorized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38912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FIX: Re-copy your API key from app.ayrshare.com and paste again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2EB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 Instagram Caption Templates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713232"/>
          </a:xfrm>
          <a:prstGeom prst="rect">
            <a:avLst/>
          </a:prstGeom>
          <a:solidFill>
            <a:srgbClr val="2D2D4E"/>
          </a:solidFill>
          <a:ln w="12700">
            <a:solidFill>
              <a:srgbClr val="6C2E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011680" cy="713232"/>
          </a:xfrm>
          <a:prstGeom prst="rect">
            <a:avLst/>
          </a:prstGeom>
          <a:solidFill>
            <a:srgbClr val="6C2EB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Motivational 💪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23160" y="987552"/>
            <a:ext cx="6263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day is a new opportunity! 💪 #motivation #mindset #success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8595360" cy="713232"/>
          </a:xfrm>
          <a:prstGeom prst="rect">
            <a:avLst/>
          </a:prstGeom>
          <a:solidFill>
            <a:srgbClr val="2D2D4E"/>
          </a:solidFill>
          <a:ln w="12700">
            <a:solidFill>
              <a:srgbClr val="6C2EB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737360"/>
            <a:ext cx="2011680" cy="713232"/>
          </a:xfrm>
          <a:prstGeom prst="rect">
            <a:avLst/>
          </a:prstGeom>
          <a:solidFill>
            <a:srgbClr val="6C2EB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73736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😊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810512"/>
            <a:ext cx="6263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my best life ✨ #lifestyle #happy #blessed #goodvibes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8595360" cy="713232"/>
          </a:xfrm>
          <a:prstGeom prst="rect">
            <a:avLst/>
          </a:prstGeom>
          <a:solidFill>
            <a:srgbClr val="2D2D4E"/>
          </a:solidFill>
          <a:ln w="12700">
            <a:solidFill>
              <a:srgbClr val="6C2E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60320"/>
            <a:ext cx="2011680" cy="713232"/>
          </a:xfrm>
          <a:prstGeom prst="rect">
            <a:avLst/>
          </a:prstGeom>
          <a:solidFill>
            <a:srgbClr val="6C2EB9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56032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23160" y="2633472"/>
            <a:ext cx="6263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new places one step at a time 🌍 #travel #wanderlust #explore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383280"/>
            <a:ext cx="8595360" cy="713232"/>
          </a:xfrm>
          <a:prstGeom prst="rect">
            <a:avLst/>
          </a:prstGeom>
          <a:solidFill>
            <a:srgbClr val="2D2D4E"/>
          </a:solidFill>
          <a:ln w="12700">
            <a:solidFill>
              <a:srgbClr val="6C2EB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383280"/>
            <a:ext cx="2011680" cy="713232"/>
          </a:xfrm>
          <a:prstGeom prst="rect">
            <a:avLst/>
          </a:prstGeom>
          <a:solidFill>
            <a:srgbClr val="6C2EB9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38328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23160" y="3456432"/>
            <a:ext cx="6263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this from scratch today 😍 Recipe in bio! #food #homecooking #foodie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206240"/>
            <a:ext cx="8595360" cy="713232"/>
          </a:xfrm>
          <a:prstGeom prst="rect">
            <a:avLst/>
          </a:prstGeom>
          <a:solidFill>
            <a:srgbClr val="2D2D4E"/>
          </a:solidFill>
          <a:ln w="12700">
            <a:solidFill>
              <a:srgbClr val="6C2E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4206240"/>
            <a:ext cx="2011680" cy="713232"/>
          </a:xfrm>
          <a:prstGeom prst="rect">
            <a:avLst/>
          </a:prstGeom>
          <a:solidFill>
            <a:srgbClr val="6C2EB9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20624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Post 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4279392"/>
            <a:ext cx="6263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your favourite thing to do on weekends? Comment below! 👇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5074920"/>
            <a:ext cx="8595360" cy="274320"/>
          </a:xfrm>
          <a:prstGeom prst="rect">
            <a:avLst/>
          </a:prstGeom>
          <a:solidFill>
            <a:srgbClr val="F5A623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50749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Tip: Always change caption each time — same caption within 2 days gets blocked!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452BF06-B1DF-928D-71C3-F52CACA0A743}"/>
              </a:ext>
            </a:extLst>
          </p:cNvPr>
          <p:cNvSpPr txBox="1"/>
          <p:nvPr/>
        </p:nvSpPr>
        <p:spPr>
          <a:xfrm>
            <a:off x="1981200" y="2202418"/>
            <a:ext cx="42291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/>
              <a:t>THANK YOU</a:t>
            </a:r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D021DC58-C232-C45D-A7C7-E2F5594EEE2C}"/>
              </a:ext>
            </a:extLst>
          </p:cNvPr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6C2EB9">
              <a:alpha val="30000"/>
            </a:srgbClr>
          </a:solidFill>
          <a:ln/>
        </p:spPr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99935531-3CDD-904E-78C7-4EA46FCC0BF6}"/>
              </a:ext>
            </a:extLst>
          </p:cNvPr>
          <p:cNvSpPr/>
          <p:nvPr/>
        </p:nvSpPr>
        <p:spPr>
          <a:xfrm>
            <a:off x="6705600" y="2743200"/>
            <a:ext cx="3657600" cy="3657600"/>
          </a:xfrm>
          <a:prstGeom prst="ellipse">
            <a:avLst/>
          </a:prstGeom>
          <a:solidFill>
            <a:srgbClr val="E91E8C">
              <a:alpha val="30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551755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2107</TotalTime>
  <Words>782</Words>
  <Application>Microsoft Office PowerPoint</Application>
  <PresentationFormat>On-screen Show (16:9)</PresentationFormat>
  <Paragraphs>132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n8n Instagram Automation Guide</dc:title>
  <dc:subject>PptxGenJS Presentation</dc:subject>
  <dc:creator>PptxGenJS</dc:creator>
  <cp:lastModifiedBy>Krishna Priya</cp:lastModifiedBy>
  <cp:revision>2</cp:revision>
  <dcterms:created xsi:type="dcterms:W3CDTF">2026-02-27T07:33:33Z</dcterms:created>
  <dcterms:modified xsi:type="dcterms:W3CDTF">2026-03-02T12:54:53Z</dcterms:modified>
</cp:coreProperties>
</file>